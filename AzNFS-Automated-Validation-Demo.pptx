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today, adding AzNFS support for a new Linux distro is a manual chore. This tool makes it fully automatic — discover, check, validate on a real VM — end to end. Keep it to ~10 min, high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pain: manual effort, we're busy, releases lag, and customers surface the gaps for us. This is reactive and doesn't scale as distros multiply.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one-liner. Scope is Azure Files NFS only. Three payoffs: proactive, hands-off,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once. Don't deep dive — this is the mental model. Chained on GitHub Actions, shared DB is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= the eyes. Daily scan, remembers what it has seen, alerts only on truly new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= the gatekeeper. Confirms the package exists and is new enough, avoids wasted VM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= the proof. Real VM, real mount, real tests via LISA. Verdict is written back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 for the team: faster, proactive, single source of truth, self-monitoring.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let's productize this soon so distro support is never a manual bottleneck again.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12191695" cy="508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Automated Validation for AzNFS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0078D4"/>
                </a:solidFill>
                <a:latin typeface="Segoe UI"/>
              </a:rPr>
              <a:t>Zero-touch distro support for Azure Files NFS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Rajasi Mandal  ·  Azure Files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06070"/>
                </a:solidFill>
                <a:latin typeface="Segoe UI"/>
              </a:rPr>
              <a:t>Team demo  ·  bi-weekly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78D4"/>
                </a:solidFill>
                <a:latin typeface="Segoe UI"/>
              </a:rPr>
              <a:t>WHY WE BUILT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problem: supporting a new distro is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5836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B1B2F"/>
                </a:solidFill>
                <a:latin typeface="Segoe UI"/>
              </a:rPr>
              <a:t>•  New Linux distros &amp; versions ship all the time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3B3B4F"/>
                </a:solidFill>
                <a:latin typeface="Segoe UI"/>
              </a:rPr>
              <a:t>Each one needs AzNFS support added by hand: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06070"/>
                </a:solidFill>
                <a:latin typeface="Segoe UI"/>
              </a:rPr>
              <a:t>build → publish the package → manually test the mount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B1B2F"/>
                </a:solidFill>
                <a:latin typeface="Segoe UI"/>
              </a:rPr>
              <a:t>•  We're busy with other work, so support lags behind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3B3B4F"/>
                </a:solidFill>
                <a:latin typeface="Segoe UI"/>
              </a:rPr>
              <a:t>Customers end up asking us: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17A00"/>
                </a:solidFill>
                <a:latin typeface="Segoe UI"/>
              </a:rPr>
              <a:t>“Why isn’t my distro supported for this package?”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B1B2F"/>
                </a:solidFill>
                <a:latin typeface="Segoe UI"/>
              </a:rPr>
              <a:t>•  No single, always-current view of what’s validated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37360"/>
            <a:ext cx="4023360" cy="3931920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79" y="1737360"/>
            <a:ext cx="109728" cy="3931920"/>
          </a:xfrm>
          <a:prstGeom prst="roundRect">
            <a:avLst/>
          </a:prstGeom>
          <a:solidFill>
            <a:srgbClr val="C1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35661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17A00"/>
                </a:solidFill>
                <a:latin typeface="Segoe UI"/>
              </a:rPr>
              <a:t>Today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B1B2F"/>
                </a:solidFill>
                <a:latin typeface="Segoe UI"/>
              </a:rPr>
              <a:t>Manual · reactive · slow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1B1B2F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B3B4F"/>
                </a:solidFill>
                <a:latin typeface="Segoe UI"/>
              </a:rPr>
              <a:t>Effort scales with every new distro release, and gaps are only found when a customer hits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78D4"/>
                </a:solidFill>
                <a:latin typeface="Segoe UI"/>
              </a:rPr>
              <a:t>WHAT THIS TOOL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idea: make it a hands-off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B1B2F"/>
                </a:solidFill>
                <a:latin typeface="Segoe UI"/>
              </a:rPr>
              <a:t>Automatically discover every new distro release, check the AzNFS package, and validate the mount on a real Azure VM — on a schedule, with email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3383280" cy="1920240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3383280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Proactive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B3B4F"/>
                </a:solidFill>
                <a:latin typeface="Segoe UI"/>
              </a:rPr>
              <a:t>Finds new distros before customers 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931920"/>
            <a:ext cx="3383280" cy="1920240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3931920"/>
            <a:ext cx="3383280" cy="4572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97763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Hands-off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5720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B3B4F"/>
                </a:solidFill>
                <a:latin typeface="Segoe UI"/>
              </a:rPr>
              <a:t>Humans step in only when something fails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31920"/>
            <a:ext cx="3383280" cy="1920240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457200"/>
          </a:xfrm>
          <a:prstGeom prst="roundRect">
            <a:avLst/>
          </a:prstGeom>
          <a:solidFill>
            <a:srgbClr val="3B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977639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Trustworthy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7200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B3B4F"/>
                </a:solidFill>
                <a:latin typeface="Segoe UI"/>
              </a:rPr>
              <a:t>Every verdict comes from a real VM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78D4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How it works: a 3-phase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965960" cy="1371600"/>
          </a:xfrm>
          <a:prstGeom prst="roundRect">
            <a:avLst/>
          </a:prstGeom>
          <a:solidFill>
            <a:srgbClr val="60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1965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Azure
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6070"/>
                </a:solidFill>
                <a:latin typeface="Segoe U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103120"/>
            <a:ext cx="196596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286000"/>
            <a:ext cx="1965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Phase 1
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56616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6070"/>
                </a:solidFill>
                <a:latin typeface="Segoe UI"/>
              </a:rPr>
              <a:t>Scan for new
distro releases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603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103120"/>
            <a:ext cx="196596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286000"/>
            <a:ext cx="1965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Phase 2
Gate &amp;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56616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6070"/>
                </a:solidFill>
                <a:latin typeface="Segoe UI"/>
              </a:rPr>
              <a:t>Is AzNFS published
&amp; newer?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5603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2103120"/>
            <a:ext cx="196596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286000"/>
            <a:ext cx="1965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Phase 3
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56616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6070"/>
                </a:solidFill>
                <a:latin typeface="Segoe UI"/>
              </a:rPr>
              <a:t>Deploy real VM,
mount &amp;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560320"/>
            <a:ext cx="320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2103120"/>
            <a:ext cx="1965960" cy="13716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286000"/>
            <a:ext cx="1965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Verdict
+ 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356616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06070"/>
                </a:solidFill>
                <a:latin typeface="Segoe UI"/>
              </a:rPr>
              <a:t>supported /
unsupported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37760"/>
            <a:ext cx="11155680" cy="1188720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B3B4F"/>
                </a:solidFill>
                <a:latin typeface="Segoe UI"/>
              </a:rPr>
              <a:t>Runs unattended on GitHub Actions (self-hosted Azure VM). Phases chain automatically and share one state database, so the pipeline always knows what’s been validated.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06070"/>
                </a:solidFill>
                <a:latin typeface="Segoe UI"/>
              </a:rPr>
              <a:t>Safety nets: monthly status digest  ·  watchdog alerts if a scheduled run is missed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78D4"/>
                </a:solidFill>
                <a:latin typeface="Segoe UI"/>
              </a:rPr>
              <a:t>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Phase 1: Discover new distros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37160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17320"/>
            <a:ext cx="9144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B1B2F"/>
                </a:solidFill>
                <a:latin typeface="Segoe UI"/>
              </a:rPr>
              <a:t>•  Scans Azure Marketplace on a daily schedule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B1B2F"/>
                </a:solidFill>
                <a:latin typeface="Segoe UI"/>
              </a:rPr>
              <a:t>•  Tracks every distro image in a state DB (new / updated / unchanged)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B1B2F"/>
                </a:solidFill>
                <a:latin typeface="Segoe UI"/>
              </a:rPr>
              <a:t>•  Emails the team only when a genuinely new distro release appears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10972800" cy="1005840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109728" cy="10058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Result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3B3B4F"/>
                </a:solidFill>
                <a:latin typeface="Segoe UI"/>
              </a:rPr>
              <a:t>New releases are captured and handed to Phase 2 — no manual watching of the Marketplace.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78D4"/>
                </a:solidFill>
                <a:latin typeface="Segoe UI"/>
              </a:rPr>
              <a:t>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Phase 2: Gate &amp; publish-check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37160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17320"/>
            <a:ext cx="9144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B1B2F"/>
                </a:solidFill>
                <a:latin typeface="Segoe UI"/>
              </a:rPr>
              <a:t>•  For each new distro, checks the AzNFS package on packages.microsoft.com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B1B2F"/>
                </a:solidFill>
                <a:latin typeface="Segoe UI"/>
              </a:rPr>
              <a:t>•  Version-aware: only proceeds if AzNFS is newer than what we last validated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B1B2F"/>
                </a:solidFill>
                <a:latin typeface="Segoe UI"/>
              </a:rPr>
              <a:t>•  Decides per distro: needs validation · already good · not supported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10972800" cy="1005840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109728" cy="10058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Result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3B3B4F"/>
                </a:solidFill>
                <a:latin typeface="Segoe UI"/>
              </a:rPr>
              <a:t>Only the distros that actually need a fresh mount test move on to Phase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78D4"/>
                </a:solidFill>
                <a:latin typeface="Segoe UI"/>
              </a:rPr>
              <a:t>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Phase 3: Validate on a real VM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371600" cy="13716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17320"/>
            <a:ext cx="91440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B1B2F"/>
                </a:solidFill>
                <a:latin typeface="Segoe UI"/>
              </a:rPr>
              <a:t>•  LISA spins up an actual Azure VM of that distro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B1B2F"/>
                </a:solidFill>
                <a:latin typeface="Segoe UI"/>
              </a:rPr>
              <a:t>•  Installs AzNFS, mounts an Azure Files NFS share, runs functional + resilience tests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B1B2F"/>
                </a:solidFill>
                <a:latin typeface="Segoe UI"/>
              </a:rPr>
              <a:t>•  Auto-records the verdict and emails a summary of what passed / 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10972800" cy="1005840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109728" cy="100584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07C10"/>
                </a:solidFill>
                <a:latin typeface="Segoe UI"/>
              </a:rPr>
              <a:t>Result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3B3B4F"/>
                </a:solidFill>
                <a:latin typeface="Segoe UI"/>
              </a:rPr>
              <a:t>Distro is marked supported or unsupported automatically — a real, repeatable proof, not a guess.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78D4"/>
                </a:solidFill>
                <a:latin typeface="Segoe UI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49240" cy="1874519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457200" cy="1874519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8745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B1B2F"/>
                </a:solidFill>
                <a:latin typeface="Segoe UI"/>
              </a:rPr>
              <a:t>Faster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1460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B3B4F"/>
                </a:solidFill>
                <a:latin typeface="Segoe UI"/>
              </a:rPr>
              <a:t>New distros validated automatically, no manual toil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349240" cy="1874519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457200" cy="1874519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8745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B1B2F"/>
                </a:solidFill>
                <a:latin typeface="Segoe UI"/>
              </a:rPr>
              <a:t>Proactive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1460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B3B4F"/>
                </a:solidFill>
                <a:latin typeface="Segoe UI"/>
              </a:rPr>
              <a:t>We close gaps before customers hit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5349240" cy="1874519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457200" cy="1874519"/>
          </a:xfrm>
          <a:prstGeom prst="roundRect">
            <a:avLst/>
          </a:prstGeom>
          <a:solidFill>
            <a:srgbClr val="3B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02336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B1B2F"/>
                </a:solidFill>
                <a:latin typeface="Segoe UI"/>
              </a:rPr>
              <a:t>Always 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B3B4F"/>
                </a:solidFill>
                <a:latin typeface="Segoe UI"/>
              </a:rPr>
              <a:t>One trustworthy list of validated distros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349240" cy="1874519"/>
          </a:xfrm>
          <a:prstGeom prst="round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457200" cy="1874519"/>
          </a:xfrm>
          <a:prstGeom prst="roundRect">
            <a:avLst/>
          </a:prstGeom>
          <a:solidFill>
            <a:srgbClr val="C1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02336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B1B2F"/>
                </a:solidFill>
                <a:latin typeface="Segoe UI"/>
              </a:rPr>
              <a:t>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B3B4F"/>
                </a:solidFill>
                <a:latin typeface="Segoe UI"/>
              </a:rPr>
              <a:t>Monthly digest + watchdog for missed runs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51560"/>
            <a:ext cx="12191695" cy="508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What’s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•  Productize it and roll out for the team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•  Broaden distro coverage as new releases land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•  Fold into our regular release process so support never lags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20640"/>
            <a:ext cx="10515600" cy="381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078D4"/>
                </a:solidFill>
                <a:latin typeface="Segoe U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